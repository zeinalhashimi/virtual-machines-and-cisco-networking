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  <p:sldMasterId id="214748365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6858000" cx="12192000"/>
  <p:notesSz cx="6858000" cy="9144000"/>
  <p:embeddedFontLst>
    <p:embeddedFont>
      <p:font typeface="Play"/>
      <p:regular r:id="rId16"/>
      <p:bold r:id="rId1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8" roundtripDataSignature="AMtx7mj2igMyj8wnUoDrC2rlCm1nI6gxG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Play-bold.fntdata"/><Relationship Id="rId16" Type="http://schemas.openxmlformats.org/officeDocument/2006/relationships/font" Target="fonts/Play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18" Type="http://customschemas.google.com/relationships/presentationmetadata" Target="meta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4"/>
          <p:cNvSpPr/>
          <p:nvPr/>
        </p:nvSpPr>
        <p:spPr>
          <a:xfrm>
            <a:off x="5224243" y="1096772"/>
            <a:ext cx="6503180" cy="5761228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" name="Google Shape;13;p14"/>
          <p:cNvSpPr/>
          <p:nvPr/>
        </p:nvSpPr>
        <p:spPr>
          <a:xfrm>
            <a:off x="5016811" y="5624450"/>
            <a:ext cx="524933" cy="524933"/>
          </a:xfrm>
          <a:prstGeom prst="plus">
            <a:avLst>
              <a:gd fmla="val 39516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" name="Google Shape;14;p14"/>
          <p:cNvSpPr/>
          <p:nvPr/>
        </p:nvSpPr>
        <p:spPr>
          <a:xfrm>
            <a:off x="9881559" y="976630"/>
            <a:ext cx="1336774" cy="120142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" name="Google Shape;15;p14"/>
          <p:cNvSpPr txBox="1"/>
          <p:nvPr>
            <p:ph type="ctrTitle"/>
          </p:nvPr>
        </p:nvSpPr>
        <p:spPr>
          <a:xfrm>
            <a:off x="797106" y="1625608"/>
            <a:ext cx="8035342" cy="272216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Font typeface="Play"/>
              <a:buNone/>
              <a:defRPr sz="8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14"/>
          <p:cNvSpPr txBox="1"/>
          <p:nvPr>
            <p:ph idx="1" type="subTitle"/>
          </p:nvPr>
        </p:nvSpPr>
        <p:spPr>
          <a:xfrm>
            <a:off x="797106" y="4466845"/>
            <a:ext cx="8035342" cy="8829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1pPr>
            <a:lvl2pPr lvl="1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7" name="Google Shape;17;p14"/>
          <p:cNvSpPr txBox="1"/>
          <p:nvPr>
            <p:ph idx="10" type="dt"/>
          </p:nvPr>
        </p:nvSpPr>
        <p:spPr>
          <a:xfrm>
            <a:off x="797105" y="5708747"/>
            <a:ext cx="388284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14"/>
          <p:cNvSpPr txBox="1"/>
          <p:nvPr>
            <p:ph idx="11" type="ftr"/>
          </p:nvPr>
        </p:nvSpPr>
        <p:spPr>
          <a:xfrm>
            <a:off x="565150" y="543179"/>
            <a:ext cx="411480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4"/>
          <p:cNvSpPr txBox="1"/>
          <p:nvPr>
            <p:ph idx="12" type="sldNum"/>
          </p:nvPr>
        </p:nvSpPr>
        <p:spPr>
          <a:xfrm>
            <a:off x="10813024" y="511175"/>
            <a:ext cx="9144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15"/>
          <p:cNvSpPr/>
          <p:nvPr/>
        </p:nvSpPr>
        <p:spPr>
          <a:xfrm>
            <a:off x="6163735" y="1096772"/>
            <a:ext cx="5571066" cy="5761228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" name="Google Shape;28;p15"/>
          <p:cNvSpPr/>
          <p:nvPr/>
        </p:nvSpPr>
        <p:spPr>
          <a:xfrm>
            <a:off x="11529484" y="5618903"/>
            <a:ext cx="524933" cy="524933"/>
          </a:xfrm>
          <a:prstGeom prst="plus">
            <a:avLst>
              <a:gd fmla="val 39516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" name="Google Shape;29;p15"/>
          <p:cNvSpPr/>
          <p:nvPr/>
        </p:nvSpPr>
        <p:spPr>
          <a:xfrm>
            <a:off x="9881559" y="976630"/>
            <a:ext cx="1336774" cy="120142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" name="Google Shape;30;p15"/>
          <p:cNvSpPr txBox="1"/>
          <p:nvPr>
            <p:ph type="title"/>
          </p:nvPr>
        </p:nvSpPr>
        <p:spPr>
          <a:xfrm>
            <a:off x="565149" y="1204721"/>
            <a:ext cx="8267296" cy="1446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5"/>
          <p:cNvSpPr txBox="1"/>
          <p:nvPr>
            <p:ph idx="1" type="body"/>
          </p:nvPr>
        </p:nvSpPr>
        <p:spPr>
          <a:xfrm>
            <a:off x="565150" y="2691638"/>
            <a:ext cx="8267296" cy="31885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1pPr>
            <a:lvl2pPr indent="-3429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3pPr>
            <a:lvl4pPr indent="-3429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15"/>
          <p:cNvSpPr txBox="1"/>
          <p:nvPr>
            <p:ph idx="10" type="dt"/>
          </p:nvPr>
        </p:nvSpPr>
        <p:spPr>
          <a:xfrm>
            <a:off x="565149" y="5949696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15"/>
          <p:cNvSpPr txBox="1"/>
          <p:nvPr>
            <p:ph idx="11" type="ftr"/>
          </p:nvPr>
        </p:nvSpPr>
        <p:spPr>
          <a:xfrm>
            <a:off x="565150" y="543179"/>
            <a:ext cx="411480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5"/>
          <p:cNvSpPr txBox="1"/>
          <p:nvPr>
            <p:ph idx="12" type="sldNum"/>
          </p:nvPr>
        </p:nvSpPr>
        <p:spPr>
          <a:xfrm>
            <a:off x="10813024" y="511175"/>
            <a:ext cx="9144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3"/>
          <p:cNvSpPr/>
          <p:nvPr/>
        </p:nvSpPr>
        <p:spPr>
          <a:xfrm>
            <a:off x="5224243" y="1096772"/>
            <a:ext cx="6503180" cy="5761228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13"/>
          <p:cNvSpPr/>
          <p:nvPr/>
        </p:nvSpPr>
        <p:spPr>
          <a:xfrm>
            <a:off x="5016811" y="5624450"/>
            <a:ext cx="524933" cy="524933"/>
          </a:xfrm>
          <a:prstGeom prst="plus">
            <a:avLst>
              <a:gd fmla="val 39516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" name="Google Shape;38;p13"/>
          <p:cNvSpPr/>
          <p:nvPr/>
        </p:nvSpPr>
        <p:spPr>
          <a:xfrm>
            <a:off x="9881559" y="976630"/>
            <a:ext cx="1336774" cy="120142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13"/>
          <p:cNvSpPr txBox="1"/>
          <p:nvPr>
            <p:ph type="ctrTitle"/>
          </p:nvPr>
        </p:nvSpPr>
        <p:spPr>
          <a:xfrm>
            <a:off x="797106" y="1625608"/>
            <a:ext cx="8035342" cy="272216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Play"/>
              <a:buNone/>
              <a:defRPr sz="8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13"/>
          <p:cNvSpPr txBox="1"/>
          <p:nvPr>
            <p:ph idx="1" type="subTitle"/>
          </p:nvPr>
        </p:nvSpPr>
        <p:spPr>
          <a:xfrm>
            <a:off x="797106" y="4466845"/>
            <a:ext cx="8035342" cy="8829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41" name="Google Shape;41;p13"/>
          <p:cNvSpPr txBox="1"/>
          <p:nvPr>
            <p:ph idx="10" type="dt"/>
          </p:nvPr>
        </p:nvSpPr>
        <p:spPr>
          <a:xfrm>
            <a:off x="797105" y="5708747"/>
            <a:ext cx="388284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3"/>
          <p:cNvSpPr txBox="1"/>
          <p:nvPr>
            <p:ph idx="11" type="ftr"/>
          </p:nvPr>
        </p:nvSpPr>
        <p:spPr>
          <a:xfrm>
            <a:off x="565150" y="543179"/>
            <a:ext cx="411480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3"/>
          <p:cNvSpPr txBox="1"/>
          <p:nvPr>
            <p:ph idx="12" type="sldNum"/>
          </p:nvPr>
        </p:nvSpPr>
        <p:spPr>
          <a:xfrm>
            <a:off x="10813024" y="511175"/>
            <a:ext cx="9144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6"/>
          <p:cNvSpPr/>
          <p:nvPr/>
        </p:nvSpPr>
        <p:spPr>
          <a:xfrm>
            <a:off x="4291015" y="1096772"/>
            <a:ext cx="7436404" cy="5761228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" name="Google Shape;46;p16"/>
          <p:cNvSpPr/>
          <p:nvPr/>
        </p:nvSpPr>
        <p:spPr>
          <a:xfrm>
            <a:off x="4086371" y="5624450"/>
            <a:ext cx="524933" cy="524933"/>
          </a:xfrm>
          <a:prstGeom prst="plus">
            <a:avLst>
              <a:gd fmla="val 39516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" name="Google Shape;47;p16"/>
          <p:cNvSpPr/>
          <p:nvPr/>
        </p:nvSpPr>
        <p:spPr>
          <a:xfrm>
            <a:off x="9881559" y="976630"/>
            <a:ext cx="1336774" cy="120142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" name="Google Shape;48;p16"/>
          <p:cNvSpPr txBox="1"/>
          <p:nvPr>
            <p:ph type="title"/>
          </p:nvPr>
        </p:nvSpPr>
        <p:spPr>
          <a:xfrm>
            <a:off x="565150" y="1881951"/>
            <a:ext cx="7335836" cy="198770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6"/>
          <p:cNvSpPr txBox="1"/>
          <p:nvPr>
            <p:ph idx="1" type="body"/>
          </p:nvPr>
        </p:nvSpPr>
        <p:spPr>
          <a:xfrm>
            <a:off x="565149" y="3869661"/>
            <a:ext cx="7335836" cy="9484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50" name="Google Shape;50;p16"/>
          <p:cNvSpPr txBox="1"/>
          <p:nvPr>
            <p:ph idx="10" type="dt"/>
          </p:nvPr>
        </p:nvSpPr>
        <p:spPr>
          <a:xfrm>
            <a:off x="565149" y="5949696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6"/>
          <p:cNvSpPr txBox="1"/>
          <p:nvPr>
            <p:ph idx="11" type="ftr"/>
          </p:nvPr>
        </p:nvSpPr>
        <p:spPr>
          <a:xfrm>
            <a:off x="565150" y="543179"/>
            <a:ext cx="411480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6"/>
          <p:cNvSpPr txBox="1"/>
          <p:nvPr>
            <p:ph idx="12" type="sldNum"/>
          </p:nvPr>
        </p:nvSpPr>
        <p:spPr>
          <a:xfrm>
            <a:off x="10813024" y="511175"/>
            <a:ext cx="9144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7"/>
          <p:cNvSpPr txBox="1"/>
          <p:nvPr>
            <p:ph type="title"/>
          </p:nvPr>
        </p:nvSpPr>
        <p:spPr>
          <a:xfrm>
            <a:off x="565149" y="1204721"/>
            <a:ext cx="8267296" cy="1446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17"/>
          <p:cNvSpPr txBox="1"/>
          <p:nvPr>
            <p:ph idx="1" type="body"/>
          </p:nvPr>
        </p:nvSpPr>
        <p:spPr>
          <a:xfrm>
            <a:off x="565111" y="2691637"/>
            <a:ext cx="4946643" cy="318973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1pPr>
            <a:lvl2pPr indent="-3429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3pPr>
            <a:lvl4pPr indent="-3429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6" name="Google Shape;56;p17"/>
          <p:cNvSpPr txBox="1"/>
          <p:nvPr>
            <p:ph idx="2" type="body"/>
          </p:nvPr>
        </p:nvSpPr>
        <p:spPr>
          <a:xfrm>
            <a:off x="6076903" y="2691637"/>
            <a:ext cx="4946639" cy="318973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1pPr>
            <a:lvl2pPr indent="-3429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3pPr>
            <a:lvl4pPr indent="-3429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7" name="Google Shape;57;p17"/>
          <p:cNvSpPr txBox="1"/>
          <p:nvPr>
            <p:ph idx="10" type="dt"/>
          </p:nvPr>
        </p:nvSpPr>
        <p:spPr>
          <a:xfrm>
            <a:off x="565149" y="5949696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17"/>
          <p:cNvSpPr txBox="1"/>
          <p:nvPr>
            <p:ph idx="11" type="ftr"/>
          </p:nvPr>
        </p:nvSpPr>
        <p:spPr>
          <a:xfrm>
            <a:off x="565150" y="543179"/>
            <a:ext cx="411480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7"/>
          <p:cNvSpPr txBox="1"/>
          <p:nvPr>
            <p:ph idx="12" type="sldNum"/>
          </p:nvPr>
        </p:nvSpPr>
        <p:spPr>
          <a:xfrm>
            <a:off x="10813024" y="511175"/>
            <a:ext cx="9144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0" name="Google Shape;60;p17"/>
          <p:cNvSpPr/>
          <p:nvPr/>
        </p:nvSpPr>
        <p:spPr>
          <a:xfrm>
            <a:off x="11738231" y="1096772"/>
            <a:ext cx="453769" cy="5761228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" name="Google Shape;61;p17"/>
          <p:cNvSpPr/>
          <p:nvPr/>
        </p:nvSpPr>
        <p:spPr>
          <a:xfrm>
            <a:off x="9881559" y="976630"/>
            <a:ext cx="1336774" cy="120142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" name="Google Shape;62;p17"/>
          <p:cNvSpPr/>
          <p:nvPr/>
        </p:nvSpPr>
        <p:spPr>
          <a:xfrm>
            <a:off x="11531286" y="5618903"/>
            <a:ext cx="524933" cy="524933"/>
          </a:xfrm>
          <a:prstGeom prst="plus">
            <a:avLst>
              <a:gd fmla="val 39516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8"/>
          <p:cNvSpPr txBox="1"/>
          <p:nvPr>
            <p:ph type="title"/>
          </p:nvPr>
        </p:nvSpPr>
        <p:spPr>
          <a:xfrm>
            <a:off x="565110" y="1204721"/>
            <a:ext cx="8266175" cy="14447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18"/>
          <p:cNvSpPr txBox="1"/>
          <p:nvPr>
            <p:ph idx="1" type="body"/>
          </p:nvPr>
        </p:nvSpPr>
        <p:spPr>
          <a:xfrm>
            <a:off x="565111" y="2691638"/>
            <a:ext cx="4946644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b="1" sz="2800"/>
            </a:lvl1pPr>
            <a:lvl2pPr indent="-2286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66" name="Google Shape;66;p18"/>
          <p:cNvSpPr txBox="1"/>
          <p:nvPr>
            <p:ph idx="2" type="body"/>
          </p:nvPr>
        </p:nvSpPr>
        <p:spPr>
          <a:xfrm>
            <a:off x="565111" y="3515550"/>
            <a:ext cx="4946644" cy="23662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1pPr>
            <a:lvl2pPr indent="-3429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3pPr>
            <a:lvl4pPr indent="-3429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7" name="Google Shape;67;p18"/>
          <p:cNvSpPr txBox="1"/>
          <p:nvPr>
            <p:ph idx="3" type="body"/>
          </p:nvPr>
        </p:nvSpPr>
        <p:spPr>
          <a:xfrm>
            <a:off x="6076866" y="2691162"/>
            <a:ext cx="4946644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b="1" sz="2800"/>
            </a:lvl1pPr>
            <a:lvl2pPr indent="-2286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68" name="Google Shape;68;p18"/>
          <p:cNvSpPr txBox="1"/>
          <p:nvPr>
            <p:ph idx="4" type="body"/>
          </p:nvPr>
        </p:nvSpPr>
        <p:spPr>
          <a:xfrm>
            <a:off x="6076866" y="3515074"/>
            <a:ext cx="4946644" cy="23662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1pPr>
            <a:lvl2pPr indent="-3429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3pPr>
            <a:lvl4pPr indent="-3429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9" name="Google Shape;69;p18"/>
          <p:cNvSpPr txBox="1"/>
          <p:nvPr>
            <p:ph idx="10" type="dt"/>
          </p:nvPr>
        </p:nvSpPr>
        <p:spPr>
          <a:xfrm>
            <a:off x="565149" y="5949696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8"/>
          <p:cNvSpPr txBox="1"/>
          <p:nvPr>
            <p:ph idx="11" type="ftr"/>
          </p:nvPr>
        </p:nvSpPr>
        <p:spPr>
          <a:xfrm>
            <a:off x="565150" y="543179"/>
            <a:ext cx="411480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8"/>
          <p:cNvSpPr txBox="1"/>
          <p:nvPr>
            <p:ph idx="12" type="sldNum"/>
          </p:nvPr>
        </p:nvSpPr>
        <p:spPr>
          <a:xfrm>
            <a:off x="10813024" y="511175"/>
            <a:ext cx="9144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2" name="Google Shape;72;p18"/>
          <p:cNvSpPr/>
          <p:nvPr/>
        </p:nvSpPr>
        <p:spPr>
          <a:xfrm>
            <a:off x="11738231" y="1096772"/>
            <a:ext cx="453769" cy="5761228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" name="Google Shape;73;p18"/>
          <p:cNvSpPr/>
          <p:nvPr/>
        </p:nvSpPr>
        <p:spPr>
          <a:xfrm>
            <a:off x="9881559" y="976630"/>
            <a:ext cx="1336774" cy="120142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8"/>
          <p:cNvSpPr/>
          <p:nvPr/>
        </p:nvSpPr>
        <p:spPr>
          <a:xfrm>
            <a:off x="11531286" y="5618903"/>
            <a:ext cx="524933" cy="524933"/>
          </a:xfrm>
          <a:prstGeom prst="plus">
            <a:avLst>
              <a:gd fmla="val 39516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9"/>
          <p:cNvSpPr txBox="1"/>
          <p:nvPr>
            <p:ph type="title"/>
          </p:nvPr>
        </p:nvSpPr>
        <p:spPr>
          <a:xfrm>
            <a:off x="565149" y="1204721"/>
            <a:ext cx="8267296" cy="1446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9"/>
          <p:cNvSpPr txBox="1"/>
          <p:nvPr>
            <p:ph idx="10" type="dt"/>
          </p:nvPr>
        </p:nvSpPr>
        <p:spPr>
          <a:xfrm>
            <a:off x="565149" y="5949696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9"/>
          <p:cNvSpPr txBox="1"/>
          <p:nvPr>
            <p:ph idx="11" type="ftr"/>
          </p:nvPr>
        </p:nvSpPr>
        <p:spPr>
          <a:xfrm>
            <a:off x="565150" y="543179"/>
            <a:ext cx="411480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9"/>
          <p:cNvSpPr txBox="1"/>
          <p:nvPr>
            <p:ph idx="12" type="sldNum"/>
          </p:nvPr>
        </p:nvSpPr>
        <p:spPr>
          <a:xfrm>
            <a:off x="10813024" y="511175"/>
            <a:ext cx="9144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0" name="Google Shape;80;p19"/>
          <p:cNvSpPr/>
          <p:nvPr/>
        </p:nvSpPr>
        <p:spPr>
          <a:xfrm>
            <a:off x="9881559" y="976630"/>
            <a:ext cx="1336774" cy="120142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" name="Google Shape;81;p19"/>
          <p:cNvSpPr/>
          <p:nvPr/>
        </p:nvSpPr>
        <p:spPr>
          <a:xfrm>
            <a:off x="11738231" y="1096772"/>
            <a:ext cx="453769" cy="5761228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19"/>
          <p:cNvSpPr/>
          <p:nvPr/>
        </p:nvSpPr>
        <p:spPr>
          <a:xfrm>
            <a:off x="11531286" y="5618903"/>
            <a:ext cx="524933" cy="524933"/>
          </a:xfrm>
          <a:prstGeom prst="plus">
            <a:avLst>
              <a:gd fmla="val 39516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20"/>
          <p:cNvSpPr txBox="1"/>
          <p:nvPr>
            <p:ph idx="10" type="dt"/>
          </p:nvPr>
        </p:nvSpPr>
        <p:spPr>
          <a:xfrm>
            <a:off x="565149" y="5949696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20"/>
          <p:cNvSpPr txBox="1"/>
          <p:nvPr>
            <p:ph idx="11" type="ftr"/>
          </p:nvPr>
        </p:nvSpPr>
        <p:spPr>
          <a:xfrm>
            <a:off x="565150" y="543179"/>
            <a:ext cx="411480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20"/>
          <p:cNvSpPr txBox="1"/>
          <p:nvPr>
            <p:ph idx="12" type="sldNum"/>
          </p:nvPr>
        </p:nvSpPr>
        <p:spPr>
          <a:xfrm>
            <a:off x="10813024" y="511175"/>
            <a:ext cx="9144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7" name="Google Shape;87;p20"/>
          <p:cNvSpPr/>
          <p:nvPr/>
        </p:nvSpPr>
        <p:spPr>
          <a:xfrm>
            <a:off x="-1" y="1096772"/>
            <a:ext cx="263565" cy="5761228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20"/>
          <p:cNvSpPr/>
          <p:nvPr/>
        </p:nvSpPr>
        <p:spPr>
          <a:xfrm>
            <a:off x="58248" y="5618903"/>
            <a:ext cx="524933" cy="524933"/>
          </a:xfrm>
          <a:prstGeom prst="plus">
            <a:avLst>
              <a:gd fmla="val 39516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20"/>
          <p:cNvSpPr/>
          <p:nvPr/>
        </p:nvSpPr>
        <p:spPr>
          <a:xfrm>
            <a:off x="9881559" y="976630"/>
            <a:ext cx="1336774" cy="120142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1"/>
          <p:cNvSpPr txBox="1"/>
          <p:nvPr>
            <p:ph type="title"/>
          </p:nvPr>
        </p:nvSpPr>
        <p:spPr>
          <a:xfrm>
            <a:off x="565149" y="1203800"/>
            <a:ext cx="4114800" cy="107721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21"/>
          <p:cNvSpPr txBox="1"/>
          <p:nvPr>
            <p:ph idx="1" type="body"/>
          </p:nvPr>
        </p:nvSpPr>
        <p:spPr>
          <a:xfrm>
            <a:off x="5611813" y="1508252"/>
            <a:ext cx="5606518" cy="40458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302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93" name="Google Shape;93;p21"/>
          <p:cNvSpPr txBox="1"/>
          <p:nvPr>
            <p:ph idx="2" type="body"/>
          </p:nvPr>
        </p:nvSpPr>
        <p:spPr>
          <a:xfrm>
            <a:off x="565149" y="2368295"/>
            <a:ext cx="4114800" cy="31858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94" name="Google Shape;94;p21"/>
          <p:cNvSpPr txBox="1"/>
          <p:nvPr>
            <p:ph idx="10" type="dt"/>
          </p:nvPr>
        </p:nvSpPr>
        <p:spPr>
          <a:xfrm>
            <a:off x="565149" y="5949696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5" name="Google Shape;95;p21"/>
          <p:cNvSpPr txBox="1"/>
          <p:nvPr>
            <p:ph idx="11" type="ftr"/>
          </p:nvPr>
        </p:nvSpPr>
        <p:spPr>
          <a:xfrm>
            <a:off x="565150" y="543179"/>
            <a:ext cx="411480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" name="Google Shape;96;p21"/>
          <p:cNvSpPr txBox="1"/>
          <p:nvPr>
            <p:ph idx="12" type="sldNum"/>
          </p:nvPr>
        </p:nvSpPr>
        <p:spPr>
          <a:xfrm>
            <a:off x="10813024" y="511175"/>
            <a:ext cx="9144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7" name="Google Shape;97;p21"/>
          <p:cNvSpPr/>
          <p:nvPr/>
        </p:nvSpPr>
        <p:spPr>
          <a:xfrm>
            <a:off x="9881559" y="976630"/>
            <a:ext cx="1336774" cy="120142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21"/>
          <p:cNvSpPr/>
          <p:nvPr/>
        </p:nvSpPr>
        <p:spPr>
          <a:xfrm>
            <a:off x="-1" y="1096772"/>
            <a:ext cx="263565" cy="5761228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21"/>
          <p:cNvSpPr/>
          <p:nvPr/>
        </p:nvSpPr>
        <p:spPr>
          <a:xfrm>
            <a:off x="58248" y="5618903"/>
            <a:ext cx="524933" cy="524933"/>
          </a:xfrm>
          <a:prstGeom prst="plus">
            <a:avLst>
              <a:gd fmla="val 39516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2"/>
          <p:cNvSpPr txBox="1"/>
          <p:nvPr>
            <p:ph type="title"/>
          </p:nvPr>
        </p:nvSpPr>
        <p:spPr>
          <a:xfrm>
            <a:off x="565149" y="1203800"/>
            <a:ext cx="4114800" cy="107721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2" name="Google Shape;102;p22"/>
          <p:cNvSpPr/>
          <p:nvPr>
            <p:ph idx="2" type="pic"/>
          </p:nvPr>
        </p:nvSpPr>
        <p:spPr>
          <a:xfrm>
            <a:off x="5631151" y="1096772"/>
            <a:ext cx="6096270" cy="5761228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103" name="Google Shape;103;p22"/>
          <p:cNvSpPr txBox="1"/>
          <p:nvPr>
            <p:ph idx="1" type="body"/>
          </p:nvPr>
        </p:nvSpPr>
        <p:spPr>
          <a:xfrm>
            <a:off x="565149" y="2370666"/>
            <a:ext cx="4114800" cy="318346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104" name="Google Shape;104;p22"/>
          <p:cNvSpPr txBox="1"/>
          <p:nvPr>
            <p:ph idx="10" type="dt"/>
          </p:nvPr>
        </p:nvSpPr>
        <p:spPr>
          <a:xfrm>
            <a:off x="565149" y="5949696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5" name="Google Shape;105;p22"/>
          <p:cNvSpPr txBox="1"/>
          <p:nvPr>
            <p:ph idx="11" type="ftr"/>
          </p:nvPr>
        </p:nvSpPr>
        <p:spPr>
          <a:xfrm>
            <a:off x="565150" y="543179"/>
            <a:ext cx="411480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" name="Google Shape;106;p22"/>
          <p:cNvSpPr txBox="1"/>
          <p:nvPr>
            <p:ph idx="12" type="sldNum"/>
          </p:nvPr>
        </p:nvSpPr>
        <p:spPr>
          <a:xfrm>
            <a:off x="10813024" y="511175"/>
            <a:ext cx="9144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7" name="Google Shape;107;p22"/>
          <p:cNvSpPr/>
          <p:nvPr/>
        </p:nvSpPr>
        <p:spPr>
          <a:xfrm>
            <a:off x="9881559" y="976630"/>
            <a:ext cx="1336774" cy="120142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22"/>
          <p:cNvSpPr/>
          <p:nvPr/>
        </p:nvSpPr>
        <p:spPr>
          <a:xfrm>
            <a:off x="-1" y="1096772"/>
            <a:ext cx="263565" cy="5761228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22"/>
          <p:cNvSpPr/>
          <p:nvPr/>
        </p:nvSpPr>
        <p:spPr>
          <a:xfrm>
            <a:off x="58248" y="5618903"/>
            <a:ext cx="524933" cy="524933"/>
          </a:xfrm>
          <a:prstGeom prst="plus">
            <a:avLst>
              <a:gd fmla="val 39516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3"/>
          <p:cNvSpPr/>
          <p:nvPr/>
        </p:nvSpPr>
        <p:spPr>
          <a:xfrm>
            <a:off x="7087169" y="1096772"/>
            <a:ext cx="4652226" cy="5761228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23"/>
          <p:cNvSpPr txBox="1"/>
          <p:nvPr>
            <p:ph type="title"/>
          </p:nvPr>
        </p:nvSpPr>
        <p:spPr>
          <a:xfrm>
            <a:off x="565149" y="1204721"/>
            <a:ext cx="8267296" cy="1446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3" name="Google Shape;113;p23"/>
          <p:cNvSpPr txBox="1"/>
          <p:nvPr>
            <p:ph idx="1" type="body"/>
          </p:nvPr>
        </p:nvSpPr>
        <p:spPr>
          <a:xfrm rot="5400000">
            <a:off x="3104505" y="152283"/>
            <a:ext cx="3188586" cy="82672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1pPr>
            <a:lvl2pPr indent="-3429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3pPr>
            <a:lvl4pPr indent="-3429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4" name="Google Shape;114;p23"/>
          <p:cNvSpPr txBox="1"/>
          <p:nvPr>
            <p:ph idx="10" type="dt"/>
          </p:nvPr>
        </p:nvSpPr>
        <p:spPr>
          <a:xfrm>
            <a:off x="565149" y="5949696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5" name="Google Shape;115;p23"/>
          <p:cNvSpPr txBox="1"/>
          <p:nvPr>
            <p:ph idx="11" type="ftr"/>
          </p:nvPr>
        </p:nvSpPr>
        <p:spPr>
          <a:xfrm>
            <a:off x="565150" y="543179"/>
            <a:ext cx="411480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2" type="sldNum"/>
          </p:nvPr>
        </p:nvSpPr>
        <p:spPr>
          <a:xfrm>
            <a:off x="10813024" y="511175"/>
            <a:ext cx="9144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7" name="Google Shape;117;p23"/>
          <p:cNvSpPr/>
          <p:nvPr/>
        </p:nvSpPr>
        <p:spPr>
          <a:xfrm>
            <a:off x="9881559" y="976630"/>
            <a:ext cx="1336774" cy="120142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p23"/>
          <p:cNvSpPr/>
          <p:nvPr/>
        </p:nvSpPr>
        <p:spPr>
          <a:xfrm>
            <a:off x="11415183" y="5618903"/>
            <a:ext cx="524933" cy="524933"/>
          </a:xfrm>
          <a:prstGeom prst="plus">
            <a:avLst>
              <a:gd fmla="val 39516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4"/>
          <p:cNvSpPr txBox="1"/>
          <p:nvPr>
            <p:ph type="title"/>
          </p:nvPr>
        </p:nvSpPr>
        <p:spPr>
          <a:xfrm rot="5400000">
            <a:off x="7944023" y="2616366"/>
            <a:ext cx="4676648" cy="185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1" name="Google Shape;121;p24"/>
          <p:cNvSpPr txBox="1"/>
          <p:nvPr>
            <p:ph idx="1" type="body"/>
          </p:nvPr>
        </p:nvSpPr>
        <p:spPr>
          <a:xfrm rot="5400000">
            <a:off x="2762224" y="-583835"/>
            <a:ext cx="4696934" cy="827404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1pPr>
            <a:lvl2pPr indent="-3429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3pPr>
            <a:lvl4pPr indent="-3429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2" name="Google Shape;122;p24"/>
          <p:cNvSpPr txBox="1"/>
          <p:nvPr>
            <p:ph idx="10" type="dt"/>
          </p:nvPr>
        </p:nvSpPr>
        <p:spPr>
          <a:xfrm>
            <a:off x="565149" y="5949696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3" name="Google Shape;123;p24"/>
          <p:cNvSpPr txBox="1"/>
          <p:nvPr>
            <p:ph idx="11" type="ftr"/>
          </p:nvPr>
        </p:nvSpPr>
        <p:spPr>
          <a:xfrm>
            <a:off x="565150" y="543179"/>
            <a:ext cx="411480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4" name="Google Shape;124;p24"/>
          <p:cNvSpPr txBox="1"/>
          <p:nvPr>
            <p:ph idx="12" type="sldNum"/>
          </p:nvPr>
        </p:nvSpPr>
        <p:spPr>
          <a:xfrm>
            <a:off x="10813024" y="511175"/>
            <a:ext cx="9144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25" name="Google Shape;125;p24"/>
          <p:cNvSpPr/>
          <p:nvPr/>
        </p:nvSpPr>
        <p:spPr>
          <a:xfrm>
            <a:off x="9881559" y="976630"/>
            <a:ext cx="1336774" cy="120142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24"/>
          <p:cNvSpPr/>
          <p:nvPr/>
        </p:nvSpPr>
        <p:spPr>
          <a:xfrm>
            <a:off x="-1" y="1096772"/>
            <a:ext cx="263565" cy="5761228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p24"/>
          <p:cNvSpPr/>
          <p:nvPr/>
        </p:nvSpPr>
        <p:spPr>
          <a:xfrm>
            <a:off x="58248" y="5618903"/>
            <a:ext cx="524933" cy="524933"/>
          </a:xfrm>
          <a:prstGeom prst="plus">
            <a:avLst>
              <a:gd fmla="val 39516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Layout" Target="../slideLayouts/slideLayout3.xml"/><Relationship Id="rId3" Type="http://schemas.openxmlformats.org/officeDocument/2006/relationships/slideLayout" Target="../slideLayouts/slideLayout4.xml"/><Relationship Id="rId4" Type="http://schemas.openxmlformats.org/officeDocument/2006/relationships/slideLayout" Target="../slideLayouts/slideLayout5.xml"/><Relationship Id="rId11" Type="http://schemas.openxmlformats.org/officeDocument/2006/relationships/slideLayout" Target="../slideLayouts/slideLayout12.xml"/><Relationship Id="rId10" Type="http://schemas.openxmlformats.org/officeDocument/2006/relationships/slideLayout" Target="../slideLayouts/slideLayout11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10.xml"/><Relationship Id="rId5" Type="http://schemas.openxmlformats.org/officeDocument/2006/relationships/slideLayout" Target="../slideLayouts/slideLayout6.xml"/><Relationship Id="rId6" Type="http://schemas.openxmlformats.org/officeDocument/2006/relationships/slideLayout" Target="../slideLayouts/slideLayout7.xml"/><Relationship Id="rId7" Type="http://schemas.openxmlformats.org/officeDocument/2006/relationships/slideLayout" Target="../slideLayouts/slideLayout8.xml"/><Relationship Id="rId8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2"/>
          <p:cNvSpPr txBox="1"/>
          <p:nvPr>
            <p:ph type="title"/>
          </p:nvPr>
        </p:nvSpPr>
        <p:spPr>
          <a:xfrm>
            <a:off x="565149" y="1204721"/>
            <a:ext cx="8267296" cy="1446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Play"/>
              <a:buNone/>
              <a:defRPr b="0" i="0" sz="4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2"/>
          <p:cNvSpPr txBox="1"/>
          <p:nvPr>
            <p:ph idx="1" type="body"/>
          </p:nvPr>
        </p:nvSpPr>
        <p:spPr>
          <a:xfrm>
            <a:off x="565150" y="2691638"/>
            <a:ext cx="8267296" cy="31885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TR"/>
              <a:buChar char="–"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55600" lvl="1" marL="914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TR"/>
              <a:buChar char="–"/>
              <a:defRPr b="0" i="0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42900" lvl="2" marL="1371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NTR"/>
              <a:buChar char="–"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302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NTR"/>
              <a:buChar char="–"/>
              <a:defRPr b="0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302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NTR"/>
              <a:buChar char="–"/>
              <a:defRPr b="0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2"/>
          <p:cNvSpPr txBox="1"/>
          <p:nvPr>
            <p:ph idx="10" type="dt"/>
          </p:nvPr>
        </p:nvSpPr>
        <p:spPr>
          <a:xfrm>
            <a:off x="565149" y="5949696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5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Google Shape;9;p12"/>
          <p:cNvSpPr txBox="1"/>
          <p:nvPr>
            <p:ph idx="11" type="ftr"/>
          </p:nvPr>
        </p:nvSpPr>
        <p:spPr>
          <a:xfrm>
            <a:off x="565150" y="543179"/>
            <a:ext cx="411480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5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12"/>
          <p:cNvSpPr txBox="1"/>
          <p:nvPr>
            <p:ph idx="12" type="sldNum"/>
          </p:nvPr>
        </p:nvSpPr>
        <p:spPr>
          <a:xfrm>
            <a:off x="10813024" y="511175"/>
            <a:ext cx="9144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11"/>
          <p:cNvSpPr txBox="1"/>
          <p:nvPr>
            <p:ph type="title"/>
          </p:nvPr>
        </p:nvSpPr>
        <p:spPr>
          <a:xfrm>
            <a:off x="565149" y="1204721"/>
            <a:ext cx="8267296" cy="1446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  <a:defRPr b="0" i="0" sz="4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2" name="Google Shape;22;p11"/>
          <p:cNvSpPr txBox="1"/>
          <p:nvPr>
            <p:ph idx="1" type="body"/>
          </p:nvPr>
        </p:nvSpPr>
        <p:spPr>
          <a:xfrm>
            <a:off x="565150" y="2691638"/>
            <a:ext cx="8267296" cy="31885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TR"/>
              <a:buChar char="–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55600" lvl="1" marL="914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TR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42900" lvl="2" marL="1371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TR"/>
              <a:buChar char="–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302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TR"/>
              <a:buChar char="–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302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TR"/>
              <a:buChar char="–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3" name="Google Shape;23;p11"/>
          <p:cNvSpPr txBox="1"/>
          <p:nvPr>
            <p:ph idx="10" type="dt"/>
          </p:nvPr>
        </p:nvSpPr>
        <p:spPr>
          <a:xfrm>
            <a:off x="565149" y="5949696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4" name="Google Shape;24;p11"/>
          <p:cNvSpPr txBox="1"/>
          <p:nvPr>
            <p:ph idx="11" type="ftr"/>
          </p:nvPr>
        </p:nvSpPr>
        <p:spPr>
          <a:xfrm>
            <a:off x="565150" y="543179"/>
            <a:ext cx="411480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5" name="Google Shape;25;p11"/>
          <p:cNvSpPr txBox="1"/>
          <p:nvPr>
            <p:ph idx="12" type="sldNum"/>
          </p:nvPr>
        </p:nvSpPr>
        <p:spPr>
          <a:xfrm>
            <a:off x="10813024" y="511175"/>
            <a:ext cx="9144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Relationship Id="rId6" Type="http://schemas.openxmlformats.org/officeDocument/2006/relationships/image" Target="../media/image8.png"/><Relationship Id="rId7" Type="http://schemas.openxmlformats.org/officeDocument/2006/relationships/image" Target="../media/image3.png"/><Relationship Id="rId8" Type="http://schemas.openxmlformats.org/officeDocument/2006/relationships/image" Target="../media/image9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jpg"/><Relationship Id="rId4" Type="http://schemas.openxmlformats.org/officeDocument/2006/relationships/image" Target="../media/image7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1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0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Holographic neon on a shiny background" id="133" name="Google Shape;133;p1"/>
          <p:cNvPicPr preferRelativeResize="0"/>
          <p:nvPr/>
        </p:nvPicPr>
        <p:blipFill rotWithShape="1">
          <a:blip r:embed="rId3">
            <a:alphaModFix/>
          </a:blip>
          <a:srcRect b="-2" l="0" r="-2" t="15605"/>
          <a:stretch/>
        </p:blipFill>
        <p:spPr>
          <a:xfrm>
            <a:off x="20" y="10"/>
            <a:ext cx="12191980" cy="6857990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1"/>
          <p:cNvSpPr/>
          <p:nvPr/>
        </p:nvSpPr>
        <p:spPr>
          <a:xfrm>
            <a:off x="0" y="-1"/>
            <a:ext cx="10549940" cy="6858000"/>
          </a:xfrm>
          <a:prstGeom prst="rect">
            <a:avLst/>
          </a:prstGeom>
          <a:gradFill>
            <a:gsLst>
              <a:gs pos="0">
                <a:srgbClr val="000000">
                  <a:alpha val="54901"/>
                </a:srgbClr>
              </a:gs>
              <a:gs pos="32000">
                <a:srgbClr val="000000">
                  <a:alpha val="66666"/>
                </a:srgbClr>
              </a:gs>
              <a:gs pos="99000">
                <a:srgbClr val="000000">
                  <a:alpha val="54901"/>
                </a:srgbClr>
              </a:gs>
              <a:gs pos="100000">
                <a:srgbClr val="000000">
                  <a:alpha val="54901"/>
                </a:srgbClr>
              </a:gs>
            </a:gsLst>
            <a:path path="circle">
              <a:fillToRect b="100%" l="0%" r="100%" t="0%"/>
            </a:path>
            <a:tileRect b="0%" l="-100%" r="0%" t="-100%"/>
          </a:gradFill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6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1"/>
          <p:cNvSpPr/>
          <p:nvPr/>
        </p:nvSpPr>
        <p:spPr>
          <a:xfrm>
            <a:off x="10342508" y="5618903"/>
            <a:ext cx="524933" cy="524933"/>
          </a:xfrm>
          <a:prstGeom prst="plus">
            <a:avLst>
              <a:gd fmla="val 39516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p1"/>
          <p:cNvSpPr/>
          <p:nvPr/>
        </p:nvSpPr>
        <p:spPr>
          <a:xfrm>
            <a:off x="9881559" y="976630"/>
            <a:ext cx="1336774" cy="120142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p1"/>
          <p:cNvSpPr txBox="1"/>
          <p:nvPr>
            <p:ph type="ctrTitle"/>
          </p:nvPr>
        </p:nvSpPr>
        <p:spPr>
          <a:xfrm>
            <a:off x="797105" y="1625608"/>
            <a:ext cx="6696951" cy="272216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Play"/>
              <a:buNone/>
            </a:pPr>
            <a:r>
              <a:rPr lang="en-US" sz="4800"/>
              <a:t>Secure Virtualized IT Platform with Containerized Applications </a:t>
            </a:r>
            <a:endParaRPr sz="4800"/>
          </a:p>
        </p:txBody>
      </p:sp>
      <p:sp>
        <p:nvSpPr>
          <p:cNvPr id="138" name="Google Shape;138;p1"/>
          <p:cNvSpPr txBox="1"/>
          <p:nvPr>
            <p:ph idx="1" type="subTitle"/>
          </p:nvPr>
        </p:nvSpPr>
        <p:spPr>
          <a:xfrm>
            <a:off x="797105" y="4466845"/>
            <a:ext cx="6696951" cy="8829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</a:pPr>
            <a:r>
              <a:rPr lang="en-US"/>
              <a:t>Group 10: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</a:pPr>
            <a:r>
              <a:rPr lang="en-US"/>
              <a:t>Mehmet, Puthyka, Jane, Zein, Roxana 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"/>
          <p:cNvSpPr txBox="1"/>
          <p:nvPr>
            <p:ph type="title"/>
          </p:nvPr>
        </p:nvSpPr>
        <p:spPr>
          <a:xfrm>
            <a:off x="565149" y="1204721"/>
            <a:ext cx="8267296" cy="1446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/>
              <a:t>PROJECT OVERVIEW </a:t>
            </a:r>
            <a:endParaRPr/>
          </a:p>
        </p:txBody>
      </p:sp>
      <p:sp>
        <p:nvSpPr>
          <p:cNvPr id="144" name="Google Shape;144;p2"/>
          <p:cNvSpPr txBox="1"/>
          <p:nvPr>
            <p:ph idx="1" type="body"/>
          </p:nvPr>
        </p:nvSpPr>
        <p:spPr>
          <a:xfrm>
            <a:off x="565150" y="2260943"/>
            <a:ext cx="10873556" cy="36192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 sz="2800"/>
              <a:t>Design and implementation of a complete IT platform </a:t>
            </a:r>
            <a:endParaRPr sz="2800"/>
          </a:p>
          <a:p>
            <a:pPr indent="-228600" lvl="0" marL="2286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 sz="2800"/>
              <a:t>Focus on integration of multiple infrastructure layers </a:t>
            </a:r>
            <a:endParaRPr sz="2800"/>
          </a:p>
          <a:p>
            <a:pPr indent="-228600" lvl="0" marL="2286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 sz="2800"/>
              <a:t>Secure network architecture with firewall enforcement </a:t>
            </a:r>
            <a:endParaRPr sz="2800"/>
          </a:p>
          <a:p>
            <a:pPr indent="-228600" lvl="0" marL="2286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 sz="2800"/>
              <a:t>Virtualization of operating systems using a hypervisor </a:t>
            </a:r>
            <a:endParaRPr sz="2800"/>
          </a:p>
          <a:p>
            <a:pPr indent="-228600" lvl="0" marL="2286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 sz="2800"/>
              <a:t>Container-based application deployment </a:t>
            </a:r>
            <a:endParaRPr sz="2800"/>
          </a:p>
          <a:p>
            <a:pPr indent="-228600" lvl="0" marL="2286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 sz="2800"/>
              <a:t>Emphasis on verification and testing </a:t>
            </a:r>
            <a:endParaRPr sz="28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p3"/>
          <p:cNvSpPr txBox="1"/>
          <p:nvPr>
            <p:ph type="title"/>
          </p:nvPr>
        </p:nvSpPr>
        <p:spPr>
          <a:xfrm>
            <a:off x="565149" y="1204721"/>
            <a:ext cx="3609983" cy="1446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Play"/>
              <a:buNone/>
            </a:pPr>
            <a:r>
              <a:rPr lang="en-US" sz="3400"/>
              <a:t>Network Topology and Design</a:t>
            </a:r>
            <a:endParaRPr sz="3400"/>
          </a:p>
        </p:txBody>
      </p:sp>
      <p:sp>
        <p:nvSpPr>
          <p:cNvPr id="151" name="Google Shape;151;p3"/>
          <p:cNvSpPr txBox="1"/>
          <p:nvPr>
            <p:ph idx="1" type="body"/>
          </p:nvPr>
        </p:nvSpPr>
        <p:spPr>
          <a:xfrm>
            <a:off x="565150" y="2647465"/>
            <a:ext cx="3786678" cy="3497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</a:pPr>
            <a:r>
              <a:rPr lang="en-US"/>
              <a:t>ASA5505 firewall for security</a:t>
            </a:r>
            <a:endParaRPr/>
          </a:p>
          <a:p>
            <a:pPr indent="-228600" lvl="0" marL="2286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</a:pPr>
            <a:r>
              <a:rPr lang="en-US"/>
              <a:t>Separation between the DMZ, and the inside and outside networks</a:t>
            </a:r>
            <a:endParaRPr/>
          </a:p>
          <a:p>
            <a:pPr indent="-228600" lvl="0" marL="2286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</a:pPr>
            <a:r>
              <a:rPr lang="en-US"/>
              <a:t>Public web server accessible publicly from inside the DMZ</a:t>
            </a:r>
            <a:endParaRPr/>
          </a:p>
        </p:txBody>
      </p:sp>
      <p:pic>
        <p:nvPicPr>
          <p:cNvPr descr="A diagram of a computer network&#10;&#10;AI-generated content may be incorrect." id="152" name="Google Shape;152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00423" y="1497220"/>
            <a:ext cx="5917175" cy="4127230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3"/>
          <p:cNvSpPr/>
          <p:nvPr/>
        </p:nvSpPr>
        <p:spPr>
          <a:xfrm>
            <a:off x="11217667" y="5618903"/>
            <a:ext cx="524933" cy="524933"/>
          </a:xfrm>
          <a:prstGeom prst="plus">
            <a:avLst>
              <a:gd fmla="val 39516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p3"/>
          <p:cNvSpPr/>
          <p:nvPr/>
        </p:nvSpPr>
        <p:spPr>
          <a:xfrm>
            <a:off x="9881559" y="976630"/>
            <a:ext cx="1336774" cy="120142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p4"/>
          <p:cNvSpPr/>
          <p:nvPr/>
        </p:nvSpPr>
        <p:spPr>
          <a:xfrm>
            <a:off x="0" y="1096772"/>
            <a:ext cx="4175133" cy="5761228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p4"/>
          <p:cNvSpPr txBox="1"/>
          <p:nvPr>
            <p:ph type="title"/>
          </p:nvPr>
        </p:nvSpPr>
        <p:spPr>
          <a:xfrm>
            <a:off x="275775" y="1508250"/>
            <a:ext cx="3488100" cy="402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100"/>
              <a:buFont typeface="Play"/>
              <a:buNone/>
            </a:pPr>
            <a:r>
              <a:rPr lang="en-US" sz="4100"/>
              <a:t>Network Configuration and Verification</a:t>
            </a:r>
            <a:endParaRPr/>
          </a:p>
        </p:txBody>
      </p:sp>
      <p:sp>
        <p:nvSpPr>
          <p:cNvPr id="162" name="Google Shape;162;p4"/>
          <p:cNvSpPr/>
          <p:nvPr/>
        </p:nvSpPr>
        <p:spPr>
          <a:xfrm>
            <a:off x="9881559" y="976630"/>
            <a:ext cx="1336774" cy="120142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p4"/>
          <p:cNvSpPr/>
          <p:nvPr/>
        </p:nvSpPr>
        <p:spPr>
          <a:xfrm>
            <a:off x="3967701" y="5618903"/>
            <a:ext cx="524933" cy="524933"/>
          </a:xfrm>
          <a:prstGeom prst="plus">
            <a:avLst>
              <a:gd fmla="val 39516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64" name="Google Shape;164;p4"/>
          <p:cNvGrpSpPr/>
          <p:nvPr/>
        </p:nvGrpSpPr>
        <p:grpSpPr>
          <a:xfrm>
            <a:off x="5106596" y="1511667"/>
            <a:ext cx="6111737" cy="4366286"/>
            <a:chOff x="0" y="3416"/>
            <a:chExt cx="6111737" cy="4366286"/>
          </a:xfrm>
        </p:grpSpPr>
        <p:sp>
          <p:nvSpPr>
            <p:cNvPr id="165" name="Google Shape;165;p4"/>
            <p:cNvSpPr/>
            <p:nvPr/>
          </p:nvSpPr>
          <p:spPr>
            <a:xfrm>
              <a:off x="0" y="3416"/>
              <a:ext cx="6111737" cy="727714"/>
            </a:xfrm>
            <a:prstGeom prst="roundRect">
              <a:avLst>
                <a:gd fmla="val 10000" name="adj"/>
              </a:avLst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" name="Google Shape;166;p4"/>
            <p:cNvSpPr/>
            <p:nvPr/>
          </p:nvSpPr>
          <p:spPr>
            <a:xfrm>
              <a:off x="220133" y="167152"/>
              <a:ext cx="400242" cy="400242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" name="Google Shape;167;p4"/>
            <p:cNvSpPr/>
            <p:nvPr/>
          </p:nvSpPr>
          <p:spPr>
            <a:xfrm>
              <a:off x="840510" y="3416"/>
              <a:ext cx="5271226" cy="72771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" name="Google Shape;168;p4"/>
            <p:cNvSpPr txBox="1"/>
            <p:nvPr/>
          </p:nvSpPr>
          <p:spPr>
            <a:xfrm>
              <a:off x="840510" y="3416"/>
              <a:ext cx="5271226" cy="72771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77000" lIns="77000" spcFirstLastPara="1" rIns="77000" wrap="square" tIns="77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700"/>
                <a:buFont typeface="Arial"/>
                <a:buNone/>
              </a:pPr>
              <a:r>
                <a:rPr b="0" i="0" lang="en-US" sz="17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DHCP service configured on the firewall for </a:t>
              </a:r>
              <a:r>
                <a:rPr b="0" i="0" lang="en-US" sz="1700" u="none" cap="none" strike="noStrike">
                  <a:solidFill>
                    <a:schemeClr val="dk1"/>
                  </a:solidFill>
                  <a:latin typeface="Play"/>
                  <a:ea typeface="Play"/>
                  <a:cs typeface="Play"/>
                  <a:sym typeface="Play"/>
                </a:rPr>
                <a:t>assigning IPv4's automatically</a:t>
              </a:r>
              <a:endParaRPr b="0" i="0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9" name="Google Shape;169;p4"/>
            <p:cNvSpPr/>
            <p:nvPr/>
          </p:nvSpPr>
          <p:spPr>
            <a:xfrm>
              <a:off x="0" y="913059"/>
              <a:ext cx="6111737" cy="727714"/>
            </a:xfrm>
            <a:prstGeom prst="roundRect">
              <a:avLst>
                <a:gd fmla="val 10000" name="adj"/>
              </a:avLst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" name="Google Shape;170;p4"/>
            <p:cNvSpPr/>
            <p:nvPr/>
          </p:nvSpPr>
          <p:spPr>
            <a:xfrm>
              <a:off x="220133" y="1076795"/>
              <a:ext cx="400242" cy="400242"/>
            </a:xfrm>
            <a:prstGeom prst="rect">
              <a:avLst/>
            </a:pr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" name="Google Shape;171;p4"/>
            <p:cNvSpPr/>
            <p:nvPr/>
          </p:nvSpPr>
          <p:spPr>
            <a:xfrm>
              <a:off x="840510" y="913059"/>
              <a:ext cx="5271226" cy="72771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" name="Google Shape;172;p4"/>
            <p:cNvSpPr txBox="1"/>
            <p:nvPr/>
          </p:nvSpPr>
          <p:spPr>
            <a:xfrm>
              <a:off x="840510" y="913059"/>
              <a:ext cx="5271226" cy="72771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77000" lIns="77000" spcFirstLastPara="1" rIns="77000" wrap="square" tIns="77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700"/>
                <a:buFont typeface="Arial"/>
                <a:buNone/>
              </a:pPr>
              <a:r>
                <a:rPr b="0" i="0" lang="en-US" sz="17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Dynamic NAT for outbound internet access </a:t>
              </a:r>
              <a:r>
                <a:rPr b="0" i="0" lang="en-US" sz="1700" u="none" cap="none" strike="noStrike">
                  <a:solidFill>
                    <a:schemeClr val="dk1"/>
                  </a:solidFill>
                  <a:latin typeface="Play"/>
                  <a:ea typeface="Play"/>
                  <a:cs typeface="Play"/>
                  <a:sym typeface="Play"/>
                </a:rPr>
                <a:t>(to </a:t>
              </a:r>
              <a:r>
                <a:rPr b="0" i="0" lang="en-US" sz="17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172.16.0.1 using ports)</a:t>
              </a:r>
              <a:endParaRPr/>
            </a:p>
          </p:txBody>
        </p:sp>
        <p:sp>
          <p:nvSpPr>
            <p:cNvPr id="173" name="Google Shape;173;p4"/>
            <p:cNvSpPr/>
            <p:nvPr/>
          </p:nvSpPr>
          <p:spPr>
            <a:xfrm>
              <a:off x="0" y="1822702"/>
              <a:ext cx="6111737" cy="727714"/>
            </a:xfrm>
            <a:prstGeom prst="roundRect">
              <a:avLst>
                <a:gd fmla="val 10000" name="adj"/>
              </a:avLst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" name="Google Shape;174;p4"/>
            <p:cNvSpPr/>
            <p:nvPr/>
          </p:nvSpPr>
          <p:spPr>
            <a:xfrm>
              <a:off x="220133" y="1986438"/>
              <a:ext cx="400242" cy="400242"/>
            </a:xfrm>
            <a:prstGeom prst="rect">
              <a:avLst/>
            </a:prstGeom>
            <a:blipFill rotWithShape="1">
              <a:blip r:embed="rId5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" name="Google Shape;175;p4"/>
            <p:cNvSpPr/>
            <p:nvPr/>
          </p:nvSpPr>
          <p:spPr>
            <a:xfrm>
              <a:off x="840510" y="1822702"/>
              <a:ext cx="5271226" cy="72771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" name="Google Shape;176;p4"/>
            <p:cNvSpPr txBox="1"/>
            <p:nvPr/>
          </p:nvSpPr>
          <p:spPr>
            <a:xfrm>
              <a:off x="840510" y="1822702"/>
              <a:ext cx="5271226" cy="72771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77000" lIns="77000" spcFirstLastPara="1" rIns="77000" wrap="square" tIns="77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700"/>
                <a:buFont typeface="Arial"/>
                <a:buNone/>
              </a:pPr>
              <a:r>
                <a:rPr b="0" i="0" lang="en-US" sz="17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Static NAT mapping for DMZ web server </a:t>
              </a:r>
              <a:r>
                <a:rPr b="0" i="0" lang="en-US" sz="1700" u="none" cap="none" strike="noStrike">
                  <a:solidFill>
                    <a:schemeClr val="dk1"/>
                  </a:solidFill>
                  <a:latin typeface="Play"/>
                  <a:ea typeface="Play"/>
                  <a:cs typeface="Play"/>
                  <a:sym typeface="Play"/>
                </a:rPr>
                <a:t>so that it's accessible</a:t>
              </a:r>
              <a:endParaRPr b="0" i="0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7" name="Google Shape;177;p4"/>
            <p:cNvSpPr/>
            <p:nvPr/>
          </p:nvSpPr>
          <p:spPr>
            <a:xfrm>
              <a:off x="0" y="2732345"/>
              <a:ext cx="6111737" cy="727714"/>
            </a:xfrm>
            <a:prstGeom prst="roundRect">
              <a:avLst>
                <a:gd fmla="val 10000" name="adj"/>
              </a:avLst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" name="Google Shape;178;p4"/>
            <p:cNvSpPr/>
            <p:nvPr/>
          </p:nvSpPr>
          <p:spPr>
            <a:xfrm>
              <a:off x="220133" y="2896080"/>
              <a:ext cx="400242" cy="400242"/>
            </a:xfrm>
            <a:prstGeom prst="rect">
              <a:avLst/>
            </a:prstGeom>
            <a:blipFill rotWithShape="1">
              <a:blip r:embed="rId6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" name="Google Shape;179;p4"/>
            <p:cNvSpPr/>
            <p:nvPr/>
          </p:nvSpPr>
          <p:spPr>
            <a:xfrm>
              <a:off x="840510" y="2732345"/>
              <a:ext cx="5271226" cy="72771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" name="Google Shape;180;p4"/>
            <p:cNvSpPr txBox="1"/>
            <p:nvPr/>
          </p:nvSpPr>
          <p:spPr>
            <a:xfrm>
              <a:off x="840510" y="2732345"/>
              <a:ext cx="5271226" cy="72771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77000" lIns="77000" spcFirstLastPara="1" rIns="77000" wrap="square" tIns="77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700"/>
                <a:buFont typeface="Arial"/>
                <a:buNone/>
              </a:pPr>
              <a:r>
                <a:rPr b="0" i="0" lang="en-US" sz="17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Access Control Lists limiting inbound traffic </a:t>
              </a:r>
              <a:endParaRPr b="0" i="0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1" name="Google Shape;181;p4"/>
            <p:cNvSpPr/>
            <p:nvPr/>
          </p:nvSpPr>
          <p:spPr>
            <a:xfrm>
              <a:off x="0" y="3641988"/>
              <a:ext cx="6111737" cy="727714"/>
            </a:xfrm>
            <a:prstGeom prst="roundRect">
              <a:avLst>
                <a:gd fmla="val 10000" name="adj"/>
              </a:avLst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" name="Google Shape;182;p4"/>
            <p:cNvSpPr/>
            <p:nvPr/>
          </p:nvSpPr>
          <p:spPr>
            <a:xfrm>
              <a:off x="220133" y="3805723"/>
              <a:ext cx="400242" cy="400242"/>
            </a:xfrm>
            <a:prstGeom prst="rect">
              <a:avLst/>
            </a:prstGeom>
            <a:blipFill rotWithShape="1">
              <a:blip r:embed="rId7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" name="Google Shape;183;p4"/>
            <p:cNvSpPr/>
            <p:nvPr/>
          </p:nvSpPr>
          <p:spPr>
            <a:xfrm>
              <a:off x="840510" y="3641988"/>
              <a:ext cx="5271226" cy="72771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" name="Google Shape;184;p4"/>
            <p:cNvSpPr txBox="1"/>
            <p:nvPr/>
          </p:nvSpPr>
          <p:spPr>
            <a:xfrm>
              <a:off x="840510" y="3641988"/>
              <a:ext cx="5271226" cy="72771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77000" lIns="77000" spcFirstLastPara="1" rIns="77000" wrap="square" tIns="77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700"/>
                <a:buFont typeface="Play"/>
                <a:buNone/>
              </a:pPr>
              <a:r>
                <a:rPr b="0" i="0" lang="en-US" sz="1700" u="none" cap="none" strike="noStrike">
                  <a:solidFill>
                    <a:schemeClr val="dk1"/>
                  </a:solidFill>
                  <a:latin typeface="Play"/>
                  <a:ea typeface="Play"/>
                  <a:cs typeface="Play"/>
                  <a:sym typeface="Play"/>
                </a:rPr>
                <a:t>ICMP (ping) inspection</a:t>
              </a:r>
              <a:r>
                <a:rPr b="0" i="0" lang="en-US" sz="17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and connectivity testing</a:t>
              </a:r>
              <a:endParaRPr b="0" i="0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descr="A text on a white background&#10;&#10;AI-generated content may be incorrect." id="185" name="Google Shape;185;p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2083076" y="171312"/>
            <a:ext cx="7617239" cy="12476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5"/>
          <p:cNvSpPr txBox="1"/>
          <p:nvPr>
            <p:ph type="title"/>
          </p:nvPr>
        </p:nvSpPr>
        <p:spPr>
          <a:xfrm>
            <a:off x="565199" y="735570"/>
            <a:ext cx="8267400" cy="144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/>
              <a:t>VIRTUALIZATION INFRASTRUCTURE </a:t>
            </a:r>
            <a:endParaRPr/>
          </a:p>
        </p:txBody>
      </p:sp>
      <p:sp>
        <p:nvSpPr>
          <p:cNvPr id="191" name="Google Shape;191;p5"/>
          <p:cNvSpPr txBox="1"/>
          <p:nvPr>
            <p:ph idx="1" type="body"/>
          </p:nvPr>
        </p:nvSpPr>
        <p:spPr>
          <a:xfrm>
            <a:off x="565200" y="2223448"/>
            <a:ext cx="8267400" cy="265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0000" lnSpcReduction="20000"/>
          </a:bodyPr>
          <a:lstStyle/>
          <a:p>
            <a:pPr indent="-228600" lvl="0" marL="228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ct val="100000"/>
              <a:buChar char="–"/>
            </a:pPr>
            <a:r>
              <a:rPr lang="en-US" sz="3600">
                <a:solidFill>
                  <a:srgbClr val="595959"/>
                </a:solidFill>
              </a:rPr>
              <a:t>Oracle VirtualBox used as the virtualization platform </a:t>
            </a:r>
            <a:endParaRPr sz="3600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595959"/>
              </a:buClr>
              <a:buSzPct val="100000"/>
              <a:buChar char="–"/>
            </a:pPr>
            <a:r>
              <a:rPr lang="en-US" sz="3600">
                <a:solidFill>
                  <a:srgbClr val="595959"/>
                </a:solidFill>
              </a:rPr>
              <a:t>Multiple virtual machines running concurrently </a:t>
            </a:r>
            <a:endParaRPr/>
          </a:p>
          <a:p>
            <a:pPr indent="-228600" lvl="0" marL="2286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595959"/>
              </a:buClr>
              <a:buSzPct val="100000"/>
              <a:buChar char="–"/>
            </a:pPr>
            <a:r>
              <a:rPr lang="en-US" sz="3600">
                <a:solidFill>
                  <a:srgbClr val="595959"/>
                </a:solidFill>
              </a:rPr>
              <a:t>Ubuntu virtual machine for application deployment </a:t>
            </a:r>
            <a:endParaRPr/>
          </a:p>
          <a:p>
            <a:pPr indent="-228600" lvl="0" marL="2286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595959"/>
              </a:buClr>
              <a:buSzPct val="100000"/>
              <a:buChar char="–"/>
            </a:pPr>
            <a:r>
              <a:rPr lang="en-US" sz="3600">
                <a:solidFill>
                  <a:srgbClr val="595959"/>
                </a:solidFill>
              </a:rPr>
              <a:t>Debian virtual machine for multi-distribution support </a:t>
            </a:r>
            <a:endParaRPr/>
          </a:p>
          <a:p>
            <a:pPr indent="-228600" lvl="0" marL="2286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595959"/>
              </a:buClr>
              <a:buSzPct val="100000"/>
              <a:buChar char="–"/>
            </a:pPr>
            <a:r>
              <a:rPr lang="en-US" sz="3600">
                <a:solidFill>
                  <a:srgbClr val="595959"/>
                </a:solidFill>
              </a:rPr>
              <a:t>Shared NAT Network configuration </a:t>
            </a:r>
            <a:endParaRPr>
              <a:solidFill>
                <a:srgbClr val="000000"/>
              </a:solidFill>
            </a:endParaRPr>
          </a:p>
          <a:p>
            <a:pPr indent="-228600" lvl="0" marL="2286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595959"/>
              </a:buClr>
              <a:buSzPct val="100000"/>
              <a:buChar char="–"/>
            </a:pPr>
            <a:r>
              <a:rPr lang="en-US" sz="3600">
                <a:solidFill>
                  <a:srgbClr val="595959"/>
                </a:solidFill>
              </a:rPr>
              <a:t>Verified inter-VM network connectivity </a:t>
            </a:r>
            <a:endParaRPr/>
          </a:p>
        </p:txBody>
      </p:sp>
      <p:pic>
        <p:nvPicPr>
          <p:cNvPr id="192" name="Google Shape;192;p5"/>
          <p:cNvPicPr preferRelativeResize="0"/>
          <p:nvPr/>
        </p:nvPicPr>
        <p:blipFill rotWithShape="1">
          <a:blip r:embed="rId3">
            <a:alphaModFix/>
          </a:blip>
          <a:srcRect b="37810" l="10618" r="0" t="0"/>
          <a:stretch/>
        </p:blipFill>
        <p:spPr>
          <a:xfrm>
            <a:off x="565200" y="4875150"/>
            <a:ext cx="4117147" cy="1982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5"/>
          <p:cNvPicPr preferRelativeResize="0"/>
          <p:nvPr/>
        </p:nvPicPr>
        <p:blipFill rotWithShape="1">
          <a:blip r:embed="rId4">
            <a:alphaModFix/>
          </a:blip>
          <a:srcRect b="48225" l="21684" r="23652" t="23977"/>
          <a:stretch/>
        </p:blipFill>
        <p:spPr>
          <a:xfrm>
            <a:off x="5289600" y="4875150"/>
            <a:ext cx="6065127" cy="19828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6"/>
          <p:cNvSpPr txBox="1"/>
          <p:nvPr>
            <p:ph type="title"/>
          </p:nvPr>
        </p:nvSpPr>
        <p:spPr>
          <a:xfrm>
            <a:off x="565149" y="994895"/>
            <a:ext cx="8267296" cy="1446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/>
              <a:t>DOCKER PLATFORM IMPLEMENTATION </a:t>
            </a:r>
            <a:endParaRPr/>
          </a:p>
        </p:txBody>
      </p:sp>
      <p:sp>
        <p:nvSpPr>
          <p:cNvPr id="199" name="Google Shape;199;p6"/>
          <p:cNvSpPr txBox="1"/>
          <p:nvPr>
            <p:ph idx="1" type="body"/>
          </p:nvPr>
        </p:nvSpPr>
        <p:spPr>
          <a:xfrm>
            <a:off x="565150" y="2437638"/>
            <a:ext cx="8267296" cy="31885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000"/>
              <a:buNone/>
            </a:pPr>
            <a:r>
              <a:rPr lang="en-US" sz="2000">
                <a:solidFill>
                  <a:srgbClr val="595959"/>
                </a:solidFill>
              </a:rPr>
              <a:t>- Installation via official Docker repository on Ubuntu Virtual Machine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595959"/>
              </a:buClr>
              <a:buSzPts val="2000"/>
              <a:buNone/>
            </a:pPr>
            <a:r>
              <a:rPr lang="en-US" sz="2000">
                <a:solidFill>
                  <a:srgbClr val="595959"/>
                </a:solidFill>
              </a:rPr>
              <a:t>- Docker functionality verified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595959"/>
              </a:buClr>
              <a:buSzPts val="2000"/>
              <a:buNone/>
            </a:pPr>
            <a:r>
              <a:rPr lang="en-US" sz="2000">
                <a:solidFill>
                  <a:srgbClr val="595959"/>
                </a:solidFill>
              </a:rPr>
              <a:t>- Execution of Docker containers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595959"/>
              </a:buClr>
              <a:buSzPts val="2000"/>
              <a:buNone/>
            </a:pPr>
            <a:r>
              <a:rPr lang="en-US" sz="2000">
                <a:solidFill>
                  <a:srgbClr val="595959"/>
                </a:solidFill>
              </a:rPr>
              <a:t>- File system isolation demonstrated inside containers </a:t>
            </a:r>
            <a:endParaRPr/>
          </a:p>
        </p:txBody>
      </p:sp>
      <p:pic>
        <p:nvPicPr>
          <p:cNvPr descr="A screenshot of a computer code&#10;&#10;AI-generated content may be incorrect." id="200" name="Google Shape;200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5149" y="4416556"/>
            <a:ext cx="7287177" cy="16507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7"/>
          <p:cNvSpPr txBox="1"/>
          <p:nvPr>
            <p:ph type="title"/>
          </p:nvPr>
        </p:nvSpPr>
        <p:spPr>
          <a:xfrm>
            <a:off x="565149" y="1204721"/>
            <a:ext cx="8267296" cy="1446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/>
              <a:t>CUSTOM APPLICATION </a:t>
            </a:r>
            <a:br>
              <a:rPr lang="en-US"/>
            </a:br>
            <a:r>
              <a:rPr lang="en-US"/>
              <a:t>CONTAINERIZATION </a:t>
            </a:r>
            <a:endParaRPr/>
          </a:p>
        </p:txBody>
      </p:sp>
      <p:sp>
        <p:nvSpPr>
          <p:cNvPr id="206" name="Google Shape;206;p7"/>
          <p:cNvSpPr txBox="1"/>
          <p:nvPr>
            <p:ph idx="1" type="body"/>
          </p:nvPr>
        </p:nvSpPr>
        <p:spPr>
          <a:xfrm>
            <a:off x="565150" y="2691638"/>
            <a:ext cx="8267296" cy="31885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</a:pPr>
            <a:r>
              <a:rPr lang="en-US"/>
              <a:t>Development of a custom Python application </a:t>
            </a:r>
            <a:endParaRPr/>
          </a:p>
          <a:p>
            <a:pPr indent="-228600" lvl="0" marL="2286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</a:pPr>
            <a:r>
              <a:rPr lang="en-US"/>
              <a:t>Minimal application logic for demonstration purposes </a:t>
            </a:r>
            <a:endParaRPr/>
          </a:p>
          <a:p>
            <a:pPr indent="-228600" lvl="0" marL="2286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</a:pPr>
            <a:r>
              <a:rPr lang="en-US"/>
              <a:t>Dockerfile defining image build process </a:t>
            </a:r>
            <a:endParaRPr/>
          </a:p>
          <a:p>
            <a:pPr indent="-228600" lvl="0" marL="2286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</a:pPr>
            <a:r>
              <a:rPr lang="en-US"/>
              <a:t>Reproducible Docker image creation </a:t>
            </a:r>
            <a:endParaRPr/>
          </a:p>
          <a:p>
            <a:pPr indent="-228600" lvl="0" marL="2286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</a:pPr>
            <a:r>
              <a:rPr lang="en-US"/>
              <a:t>Container execution and output verification </a:t>
            </a:r>
            <a:endParaRPr/>
          </a:p>
          <a:p>
            <a:pPr indent="-228600" lvl="0" marL="2286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</a:pPr>
            <a:r>
              <a:rPr lang="en-US"/>
              <a:t>Demonstration of application isolation </a:t>
            </a:r>
            <a:endParaRPr/>
          </a:p>
        </p:txBody>
      </p:sp>
      <p:pic>
        <p:nvPicPr>
          <p:cNvPr descr="A screenshot of a computer&#10;&#10;AI-generated content may be incorrect." id="207" name="Google Shape;207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01025" y="5843974"/>
            <a:ext cx="9767758" cy="101891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8"/>
          <p:cNvSpPr txBox="1"/>
          <p:nvPr>
            <p:ph type="title"/>
          </p:nvPr>
        </p:nvSpPr>
        <p:spPr>
          <a:xfrm>
            <a:off x="565149" y="994895"/>
            <a:ext cx="8267296" cy="1446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/>
              <a:t>FLASK WEB APPLICATION DEPLOYMENT </a:t>
            </a:r>
            <a:endParaRPr/>
          </a:p>
        </p:txBody>
      </p:sp>
      <p:sp>
        <p:nvSpPr>
          <p:cNvPr id="213" name="Google Shape;213;p8"/>
          <p:cNvSpPr txBox="1"/>
          <p:nvPr>
            <p:ph idx="1" type="body"/>
          </p:nvPr>
        </p:nvSpPr>
        <p:spPr>
          <a:xfrm>
            <a:off x="565150" y="2437638"/>
            <a:ext cx="8267296" cy="31885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</a:pPr>
            <a:r>
              <a:rPr lang="en-US"/>
              <a:t>Flask-based web application architecture </a:t>
            </a:r>
            <a:endParaRPr/>
          </a:p>
          <a:p>
            <a:pPr indent="-228600" lvl="0" marL="2286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</a:pPr>
            <a:r>
              <a:rPr lang="en-US"/>
              <a:t>Containerized web service deployment </a:t>
            </a:r>
            <a:endParaRPr/>
          </a:p>
          <a:p>
            <a:pPr indent="-228600" lvl="0" marL="2286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</a:pPr>
            <a:r>
              <a:rPr lang="en-US"/>
              <a:t>HTML templates used for server-side rendering </a:t>
            </a:r>
            <a:endParaRPr/>
          </a:p>
          <a:p>
            <a:pPr indent="-228600" lvl="0" marL="2286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</a:pPr>
            <a:r>
              <a:rPr lang="en-US"/>
              <a:t>Port mapping for external access to the service </a:t>
            </a:r>
            <a:endParaRPr/>
          </a:p>
          <a:p>
            <a:pPr indent="-228600" lvl="0" marL="2286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</a:pPr>
            <a:r>
              <a:rPr lang="en-US"/>
              <a:t>Environment variable used for runtime configuration </a:t>
            </a:r>
            <a:endParaRPr/>
          </a:p>
          <a:p>
            <a:pPr indent="-228600" lvl="0" marL="2286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</a:pPr>
            <a:r>
              <a:rPr lang="en-US"/>
              <a:t>Dynamic webpage behavior without rebuilding images </a:t>
            </a:r>
            <a:endParaRPr/>
          </a:p>
        </p:txBody>
      </p:sp>
      <p:pic>
        <p:nvPicPr>
          <p:cNvPr descr="A screenshot of a computer&#10;&#10;AI-generated content may be incorrect." id="214" name="Google Shape;214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94434" y="5554248"/>
            <a:ext cx="9603132" cy="130437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9"/>
          <p:cNvSpPr txBox="1"/>
          <p:nvPr>
            <p:ph type="title"/>
          </p:nvPr>
        </p:nvSpPr>
        <p:spPr>
          <a:xfrm>
            <a:off x="565149" y="1204721"/>
            <a:ext cx="8267296" cy="1446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/>
              <a:t>TESTING AND PLATFORM INTEGRATION </a:t>
            </a:r>
            <a:endParaRPr/>
          </a:p>
        </p:txBody>
      </p:sp>
      <p:sp>
        <p:nvSpPr>
          <p:cNvPr id="220" name="Google Shape;220;p9"/>
          <p:cNvSpPr txBox="1"/>
          <p:nvPr>
            <p:ph idx="1" type="body"/>
          </p:nvPr>
        </p:nvSpPr>
        <p:spPr>
          <a:xfrm>
            <a:off x="565150" y="2691638"/>
            <a:ext cx="8267296" cy="31885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</a:pPr>
            <a:r>
              <a:rPr lang="en-US"/>
              <a:t>Network layer tested for security and connectivity </a:t>
            </a:r>
            <a:endParaRPr/>
          </a:p>
          <a:p>
            <a:pPr indent="-228600" lvl="0" marL="2286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</a:pPr>
            <a:r>
              <a:rPr lang="en-US"/>
              <a:t>Virtual machines tested for isolation and communication </a:t>
            </a:r>
            <a:endParaRPr/>
          </a:p>
          <a:p>
            <a:pPr indent="-228600" lvl="0" marL="2286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</a:pPr>
            <a:r>
              <a:rPr lang="en-US"/>
              <a:t>Docker platform tested for container execution </a:t>
            </a:r>
            <a:endParaRPr/>
          </a:p>
          <a:p>
            <a:pPr indent="-228600" lvl="0" marL="2286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</a:pPr>
            <a:r>
              <a:rPr lang="en-US"/>
              <a:t>Custom and web applications verified </a:t>
            </a:r>
            <a:endParaRPr/>
          </a:p>
          <a:p>
            <a:pPr indent="-228600" lvl="0" marL="2286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</a:pPr>
            <a:r>
              <a:rPr lang="en-US"/>
              <a:t>End-to-end platform functionality confirmed </a:t>
            </a:r>
            <a:endParaRPr/>
          </a:p>
          <a:p>
            <a:pPr indent="-228600" lvl="0" marL="2286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</a:pPr>
            <a:r>
              <a:rPr lang="en-US"/>
              <a:t>Integration of all infrastructure layers 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10"/>
          <p:cNvSpPr txBox="1"/>
          <p:nvPr>
            <p:ph type="title"/>
          </p:nvPr>
        </p:nvSpPr>
        <p:spPr>
          <a:xfrm>
            <a:off x="565149" y="1204721"/>
            <a:ext cx="8267296" cy="1446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/>
              <a:t>CONCLUSION </a:t>
            </a:r>
            <a:endParaRPr/>
          </a:p>
        </p:txBody>
      </p:sp>
      <p:sp>
        <p:nvSpPr>
          <p:cNvPr id="226" name="Google Shape;226;p10"/>
          <p:cNvSpPr txBox="1"/>
          <p:nvPr>
            <p:ph idx="1" type="body"/>
          </p:nvPr>
        </p:nvSpPr>
        <p:spPr>
          <a:xfrm>
            <a:off x="565150" y="2691638"/>
            <a:ext cx="8267296" cy="31885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</a:pPr>
            <a:r>
              <a:rPr lang="en-US"/>
              <a:t>Secure and segmented network infrastructure </a:t>
            </a:r>
            <a:endParaRPr/>
          </a:p>
          <a:p>
            <a:pPr indent="-228600" lvl="0" marL="2286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</a:pPr>
            <a:r>
              <a:rPr lang="en-US"/>
              <a:t>Virtualized multi-operating system environment </a:t>
            </a:r>
            <a:endParaRPr/>
          </a:p>
          <a:p>
            <a:pPr indent="-228600" lvl="0" marL="2286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</a:pPr>
            <a:r>
              <a:rPr lang="en-US"/>
              <a:t>Containerized application deployment </a:t>
            </a:r>
            <a:endParaRPr/>
          </a:p>
          <a:p>
            <a:pPr indent="-228600" lvl="0" marL="2286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</a:pPr>
            <a:r>
              <a:rPr lang="en-US"/>
              <a:t>Use of modern IT platform technologies </a:t>
            </a:r>
            <a:endParaRPr/>
          </a:p>
        </p:txBody>
      </p:sp>
      <p:sp>
        <p:nvSpPr>
          <p:cNvPr id="227" name="Google Shape;227;p10"/>
          <p:cNvSpPr txBox="1"/>
          <p:nvPr/>
        </p:nvSpPr>
        <p:spPr>
          <a:xfrm>
            <a:off x="563090" y="5002364"/>
            <a:ext cx="8267296" cy="1446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b="0" i="0" lang="en-US" sz="4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Thank You!</a:t>
            </a:r>
            <a:endParaRPr b="0" i="0" sz="4400" u="none" cap="none" strike="noStrike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MadridVTI">
  <a:themeElements>
    <a:clrScheme name="Madrid R3">
      <a:dk1>
        <a:srgbClr val="000000"/>
      </a:dk1>
      <a:lt1>
        <a:srgbClr val="FFFFFF"/>
      </a:lt1>
      <a:dk2>
        <a:srgbClr val="3A3C45"/>
      </a:dk2>
      <a:lt2>
        <a:srgbClr val="E9EFF1"/>
      </a:lt2>
      <a:accent1>
        <a:srgbClr val="E24400"/>
      </a:accent1>
      <a:accent2>
        <a:srgbClr val="F38E00"/>
      </a:accent2>
      <a:accent3>
        <a:srgbClr val="89B336"/>
      </a:accent3>
      <a:accent4>
        <a:srgbClr val="30B9B9"/>
      </a:accent4>
      <a:accent5>
        <a:srgbClr val="748CF4"/>
      </a:accent5>
      <a:accent6>
        <a:srgbClr val="A673F4"/>
      </a:accent6>
      <a:hlink>
        <a:srgbClr val="008EE6"/>
      </a:hlink>
      <a:folHlink>
        <a:srgbClr val="C1A18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MadridVTI">
  <a:themeElements>
    <a:clrScheme name="Madrid R3">
      <a:dk1>
        <a:srgbClr val="000000"/>
      </a:dk1>
      <a:lt1>
        <a:srgbClr val="FFFFFF"/>
      </a:lt1>
      <a:dk2>
        <a:srgbClr val="3A3C45"/>
      </a:dk2>
      <a:lt2>
        <a:srgbClr val="E9EFF1"/>
      </a:lt2>
      <a:accent1>
        <a:srgbClr val="E24400"/>
      </a:accent1>
      <a:accent2>
        <a:srgbClr val="F38E00"/>
      </a:accent2>
      <a:accent3>
        <a:srgbClr val="89B336"/>
      </a:accent3>
      <a:accent4>
        <a:srgbClr val="30B9B9"/>
      </a:accent4>
      <a:accent5>
        <a:srgbClr val="748CF4"/>
      </a:accent5>
      <a:accent6>
        <a:srgbClr val="A673F4"/>
      </a:accent6>
      <a:hlink>
        <a:srgbClr val="008EE6"/>
      </a:hlink>
      <a:folHlink>
        <a:srgbClr val="C1A18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2026-01-12T13:00:40Z</dcterms:created>
</cp:coreProperties>
</file>